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velocity_100wind_with_zoo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79730"/>
            <a:ext cx="12192000" cy="609854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 flipV="1">
            <a:off x="5263515" y="2941320"/>
            <a:ext cx="1444625" cy="17926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6342380" y="2926080"/>
            <a:ext cx="5006340" cy="17983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PuddingNew</dc:creator>
  <cp:lastModifiedBy>WPS_1602167361</cp:lastModifiedBy>
  <cp:revision>5</cp:revision>
  <dcterms:created xsi:type="dcterms:W3CDTF">2023-08-09T12:44:00Z</dcterms:created>
  <dcterms:modified xsi:type="dcterms:W3CDTF">2025-12-19T04:10:07Z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0B085013BF934F5FAF2311A99BEAB658_12</vt:lpwstr>
  </property>
</Properties>
</file>